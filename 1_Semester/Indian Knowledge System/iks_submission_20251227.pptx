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8271-FC96-473D-A8A9-FC57FEE48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DBDB4-474B-489A-98CB-6F72BC4CE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80B0C-FFA6-4D18-8A28-F8192BB8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C26E0-D742-4E04-8425-CC3535DCBD3A}" type="datetimeFigureOut">
              <a:rPr lang="en-IN" smtClean="0"/>
              <a:t>2025-12-27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043D2-BE6D-4EB5-9AFD-B766669C1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32D41-C444-409D-849B-F52632EF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2926-F647-4BB4-9E2B-55AA3BDF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946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CE574-FC41-4456-89F6-D87EF1D9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4398C-7100-42CE-A171-E61C25F5E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1CC54-EDA2-43AB-BA1A-5A3FE9E8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C26E0-D742-4E04-8425-CC3535DCBD3A}" type="datetimeFigureOut">
              <a:rPr lang="en-IN" smtClean="0"/>
              <a:t>2025-12-27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A2143-5800-4137-B05A-9468CF85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BE9F3-A5D2-4BB3-9B2C-B398A486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2926-F647-4BB4-9E2B-55AA3BDF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36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6AE5-CE3A-4BE5-8FE9-1709931D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A5182-B27B-477D-9611-6405AE780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AD275-1308-47DD-B18B-3C733A53C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C26E0-D742-4E04-8425-CC3535DCBD3A}" type="datetimeFigureOut">
              <a:rPr lang="en-IN" smtClean="0"/>
              <a:t>2025-12-27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395A3-F6D6-442E-9347-0461AFBBE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FFC21-7BEF-4A46-8E6C-61673143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2926-F647-4BB4-9E2B-55AA3BDF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93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C440-0EF4-418A-A6D1-4D1CDD384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CEB5A-DCB7-4CA1-9290-3605AC8236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3256F-81DF-4AA9-850D-A45A48503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AC8A5-BAC7-401D-8BDC-9F9DC8236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C26E0-D742-4E04-8425-CC3535DCBD3A}" type="datetimeFigureOut">
              <a:rPr lang="en-IN" smtClean="0"/>
              <a:t>2025-12-27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D7C00-A7FE-4ACC-8E9A-BE321E570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64476-BB66-464D-BB17-AF6D6145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2926-F647-4BB4-9E2B-55AA3BDF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25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63908-4C84-4E7E-A358-D9C9A919F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C55BC-3560-48D8-B4AC-6C7968C15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82A7E-9A54-4093-8996-A72E36BF8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AA1ECA-ECF4-4DE1-BA98-4D6EFC968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60FDE-0DE3-4C90-A8B0-0C4169EA7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B7A402-B52E-4C98-9539-D9BE0F7E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C26E0-D742-4E04-8425-CC3535DCBD3A}" type="datetimeFigureOut">
              <a:rPr lang="en-IN" smtClean="0"/>
              <a:t>2025-12-27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0A8DAB-AE6D-48B0-A464-0D32B81E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50CFA-7A0B-4166-AE29-7B488CF3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2926-F647-4BB4-9E2B-55AA3BDF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658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83F0B-4374-4A7D-BAE5-4ABA4AE5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B35AC-36A1-44AD-AAE3-4428265C0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C26E0-D742-4E04-8425-CC3535DCBD3A}" type="datetimeFigureOut">
              <a:rPr lang="en-IN" smtClean="0"/>
              <a:t>2025-12-27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8487B-0CE5-4592-953C-16CFED7A6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DD63D-34F5-4B72-AA81-0AB2F663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2926-F647-4BB4-9E2B-55AA3BDF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318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9AE20-426D-4959-BF37-9C37CEC0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C26E0-D742-4E04-8425-CC3535DCBD3A}" type="datetimeFigureOut">
              <a:rPr lang="en-IN" smtClean="0"/>
              <a:t>2025-12-27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7A5277-FEC1-4B53-A103-BE9A9910E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F44E6-1F32-44EA-B9C8-7EA064DC6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2926-F647-4BB4-9E2B-55AA3BDF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767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1722-C1FE-435C-83A3-321125F5E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3BFAC-5C5B-4715-8A64-E725440E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9CE4E-EA81-4D19-A010-8A451A41A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1A2F0-D6C0-476C-B293-8C6A7632D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C26E0-D742-4E04-8425-CC3535DCBD3A}" type="datetimeFigureOut">
              <a:rPr lang="en-IN" smtClean="0"/>
              <a:t>2025-12-27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93CCB-4B7B-4FD8-847F-90215255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67547-AC41-4A9C-9444-7B222AFA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2926-F647-4BB4-9E2B-55AA3BDF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33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08BCE-4EB9-412A-8636-9CF86A3D4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73381F-E39A-4A1E-B0B3-CAE848E47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39438-638B-44E6-A975-B288415F9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8FB5F-5ADD-4A19-81D5-5B4DD89BC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C26E0-D742-4E04-8425-CC3535DCBD3A}" type="datetimeFigureOut">
              <a:rPr lang="en-IN" smtClean="0"/>
              <a:t>2025-12-27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722F4-40CB-4353-BA5D-B0618F0F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52D6F-0797-4DEC-B900-13566EA95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2926-F647-4BB4-9E2B-55AA3BDF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331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EFF7-D3D7-4B4C-86C5-7CF32D1FF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BDCD9-0B78-48CC-B61E-66B22AA4A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6968E-F826-45B4-87F8-0EA4A25E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C26E0-D742-4E04-8425-CC3535DCBD3A}" type="datetimeFigureOut">
              <a:rPr lang="en-IN" smtClean="0"/>
              <a:t>2025-12-27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74310-0CCD-47F8-B070-08AB61A3F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D51BA-F6E3-4D24-8E2E-5CBC1D9B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2926-F647-4BB4-9E2B-55AA3BDF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79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89CBBF-FBEE-42E2-8C65-CDDF1A725B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92BAB-4ABB-4CF0-8B1B-52E851D07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76E85-7CA3-42B0-A875-0F5CC00B0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C26E0-D742-4E04-8425-CC3535DCBD3A}" type="datetimeFigureOut">
              <a:rPr lang="en-IN" smtClean="0"/>
              <a:t>2025-12-27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D09B9-6471-42A2-82C5-8E03DA953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21682-A40C-4FD7-8B79-315D20A3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22926-F647-4BB4-9E2B-55AA3BDF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385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EA797D-1B9E-46AE-911E-C4FD8C2FF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727FD-C467-4F97-AC85-96864028C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49237-6FC8-409F-AD25-381643566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C26E0-D742-4E04-8425-CC3535DCBD3A}" type="datetimeFigureOut">
              <a:rPr lang="en-IN" smtClean="0"/>
              <a:t>2025-12-27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F16B5-144E-42C0-9F55-635093E3C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4BC67-81F9-4C8F-93DF-DBD857D3F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22926-F647-4BB4-9E2B-55AA3BDFEB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44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hagavad Gita Stock Illustrations – 454 Bhagavad Gita Stock Illustrations,  Vectors &amp; Clipart - Dreamstime">
            <a:extLst>
              <a:ext uri="{FF2B5EF4-FFF2-40B4-BE49-F238E27FC236}">
                <a16:creationId xmlns:a16="http://schemas.microsoft.com/office/drawing/2014/main" id="{BF47CCB1-0B3C-4FAD-AE03-E24A8C765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318" y="813547"/>
            <a:ext cx="5230906" cy="5230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D200D9-66AD-422E-844C-D287E1B7A703}"/>
              </a:ext>
            </a:extLst>
          </p:cNvPr>
          <p:cNvSpPr txBox="1"/>
          <p:nvPr/>
        </p:nvSpPr>
        <p:spPr>
          <a:xfrm>
            <a:off x="570753" y="1612758"/>
            <a:ext cx="634103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Do Your Duty Without Attachment to Results</a:t>
            </a:r>
          </a:p>
          <a:p>
            <a:endParaRPr lang="en-IN" sz="1400" dirty="0"/>
          </a:p>
          <a:p>
            <a:r>
              <a:rPr lang="en-IN" sz="1400" dirty="0"/>
              <a:t>(Bhagavad Gita – Karma Yoga)</a:t>
            </a:r>
            <a:endParaRPr lang="en-IN" sz="1400" b="1" i="1" dirty="0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33EB230A-EF0D-404E-B3EC-D39CFFD41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455248"/>
              </p:ext>
            </p:extLst>
          </p:nvPr>
        </p:nvGraphicFramePr>
        <p:xfrm>
          <a:off x="570753" y="2957783"/>
          <a:ext cx="5399742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77365">
                  <a:extLst>
                    <a:ext uri="{9D8B030D-6E8A-4147-A177-3AD203B41FA5}">
                      <a16:colId xmlns:a16="http://schemas.microsoft.com/office/drawing/2014/main" val="488611267"/>
                    </a:ext>
                  </a:extLst>
                </a:gridCol>
                <a:gridCol w="4222377">
                  <a:extLst>
                    <a:ext uri="{9D8B030D-6E8A-4147-A177-3AD203B41FA5}">
                      <a16:colId xmlns:a16="http://schemas.microsoft.com/office/drawing/2014/main" val="2207639777"/>
                    </a:ext>
                  </a:extLst>
                </a:gridCol>
              </a:tblGrid>
              <a:tr h="293021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Udhayarajan J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778929"/>
                  </a:ext>
                </a:extLst>
              </a:tr>
              <a:tr h="293021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MCA – 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403000"/>
                  </a:ext>
                </a:extLst>
              </a:tr>
              <a:tr h="293021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2025-12-17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273385"/>
                  </a:ext>
                </a:extLst>
              </a:tr>
              <a:tr h="293021">
                <a:tc>
                  <a:txBody>
                    <a:bodyPr/>
                    <a:lstStyle/>
                    <a:p>
                      <a:r>
                        <a:rPr lang="en-US" dirty="0"/>
                        <a:t>Roll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2202561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868222"/>
                  </a:ext>
                </a:extLst>
              </a:tr>
              <a:tr h="293021"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Indian Knowledge System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473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12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51042B6-0F9B-4B9D-B8ED-C0BC90B692E6}"/>
              </a:ext>
            </a:extLst>
          </p:cNvPr>
          <p:cNvGrpSpPr/>
          <p:nvPr/>
        </p:nvGrpSpPr>
        <p:grpSpPr>
          <a:xfrm>
            <a:off x="-2" y="0"/>
            <a:ext cx="101602" cy="6858000"/>
            <a:chOff x="-2" y="0"/>
            <a:chExt cx="143436" cy="72793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2363496-A970-4C67-AD6E-B9EBFF9BEC59}"/>
                </a:ext>
              </a:extLst>
            </p:cNvPr>
            <p:cNvSpPr/>
            <p:nvPr/>
          </p:nvSpPr>
          <p:spPr>
            <a:xfrm>
              <a:off x="-1" y="0"/>
              <a:ext cx="143435" cy="181983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4CB112-6A9C-474A-ADA1-24C285E9DCDB}"/>
                </a:ext>
              </a:extLst>
            </p:cNvPr>
            <p:cNvSpPr/>
            <p:nvPr/>
          </p:nvSpPr>
          <p:spPr>
            <a:xfrm>
              <a:off x="-2" y="1819835"/>
              <a:ext cx="143435" cy="18198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29D0D8-C038-46AA-B3C6-BEA0E221CF99}"/>
                </a:ext>
              </a:extLst>
            </p:cNvPr>
            <p:cNvSpPr/>
            <p:nvPr/>
          </p:nvSpPr>
          <p:spPr>
            <a:xfrm>
              <a:off x="-2" y="3639670"/>
              <a:ext cx="143435" cy="181983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41A631-2F76-4C6C-836D-BA5F92C59D99}"/>
                </a:ext>
              </a:extLst>
            </p:cNvPr>
            <p:cNvSpPr/>
            <p:nvPr/>
          </p:nvSpPr>
          <p:spPr>
            <a:xfrm>
              <a:off x="-2" y="5459505"/>
              <a:ext cx="143435" cy="181983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1E55AD5-48AF-4F27-B513-B47B547D4993}"/>
              </a:ext>
            </a:extLst>
          </p:cNvPr>
          <p:cNvSpPr txBox="1"/>
          <p:nvPr/>
        </p:nvSpPr>
        <p:spPr>
          <a:xfrm>
            <a:off x="609600" y="39558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Meaning of the Slogan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668FBE83-E527-4C14-8140-B58310343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" y="1206597"/>
            <a:ext cx="10607040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Everyone has duties in life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stress caused by expectations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with honesty and dedication</a:t>
            </a:r>
          </a:p>
        </p:txBody>
      </p:sp>
    </p:spTree>
    <p:extLst>
      <p:ext uri="{BB962C8B-B14F-4D97-AF65-F5344CB8AC3E}">
        <p14:creationId xmlns:p14="http://schemas.microsoft.com/office/powerpoint/2010/main" val="523335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BFB4098-47D8-4C18-8B68-594195DD4B87}"/>
              </a:ext>
            </a:extLst>
          </p:cNvPr>
          <p:cNvGrpSpPr/>
          <p:nvPr/>
        </p:nvGrpSpPr>
        <p:grpSpPr>
          <a:xfrm>
            <a:off x="-2" y="0"/>
            <a:ext cx="101602" cy="6858000"/>
            <a:chOff x="-2" y="0"/>
            <a:chExt cx="143436" cy="72793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2AB8DAB-9B96-4655-9305-DFE12299D289}"/>
                </a:ext>
              </a:extLst>
            </p:cNvPr>
            <p:cNvSpPr/>
            <p:nvPr/>
          </p:nvSpPr>
          <p:spPr>
            <a:xfrm>
              <a:off x="-1" y="0"/>
              <a:ext cx="143435" cy="181983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7311D8-661F-4D4C-B022-44A821D5BAA4}"/>
                </a:ext>
              </a:extLst>
            </p:cNvPr>
            <p:cNvSpPr/>
            <p:nvPr/>
          </p:nvSpPr>
          <p:spPr>
            <a:xfrm>
              <a:off x="-2" y="1819835"/>
              <a:ext cx="143435" cy="18198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CDECBAB-7C2A-47AB-BC0E-9C9F149B6308}"/>
                </a:ext>
              </a:extLst>
            </p:cNvPr>
            <p:cNvSpPr/>
            <p:nvPr/>
          </p:nvSpPr>
          <p:spPr>
            <a:xfrm>
              <a:off x="-2" y="3639670"/>
              <a:ext cx="143435" cy="181983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B27FC0-855E-497C-83F9-CA5822979E20}"/>
                </a:ext>
              </a:extLst>
            </p:cNvPr>
            <p:cNvSpPr/>
            <p:nvPr/>
          </p:nvSpPr>
          <p:spPr>
            <a:xfrm>
              <a:off x="-2" y="5459505"/>
              <a:ext cx="143435" cy="181983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DD8F5F7-5698-4B01-BD59-C13DAFDAED66}"/>
              </a:ext>
            </a:extLst>
          </p:cNvPr>
          <p:cNvSpPr txBox="1"/>
          <p:nvPr/>
        </p:nvSpPr>
        <p:spPr>
          <a:xfrm>
            <a:off x="609600" y="39558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Importance in Daily Life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92D5D9F-C161-4AAA-A9E1-BA32014B11B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9600" y="1206597"/>
            <a:ext cx="9672319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tension and fear of failure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concentration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self-discipline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 inner peace</a:t>
            </a:r>
          </a:p>
        </p:txBody>
      </p:sp>
    </p:spTree>
    <p:extLst>
      <p:ext uri="{BB962C8B-B14F-4D97-AF65-F5344CB8AC3E}">
        <p14:creationId xmlns:p14="http://schemas.microsoft.com/office/powerpoint/2010/main" val="2943754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69BCF2E-CC61-48D6-9581-894F070C2C89}"/>
              </a:ext>
            </a:extLst>
          </p:cNvPr>
          <p:cNvGrpSpPr/>
          <p:nvPr/>
        </p:nvGrpSpPr>
        <p:grpSpPr>
          <a:xfrm>
            <a:off x="-2" y="0"/>
            <a:ext cx="101602" cy="6858000"/>
            <a:chOff x="-2" y="0"/>
            <a:chExt cx="143436" cy="72793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C8F734-BABC-4B45-93EA-53931B92729D}"/>
                </a:ext>
              </a:extLst>
            </p:cNvPr>
            <p:cNvSpPr/>
            <p:nvPr/>
          </p:nvSpPr>
          <p:spPr>
            <a:xfrm>
              <a:off x="-1" y="0"/>
              <a:ext cx="143435" cy="181983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DD6F80-3622-430C-9670-153BE204183A}"/>
                </a:ext>
              </a:extLst>
            </p:cNvPr>
            <p:cNvSpPr/>
            <p:nvPr/>
          </p:nvSpPr>
          <p:spPr>
            <a:xfrm>
              <a:off x="-2" y="1819835"/>
              <a:ext cx="143435" cy="18198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108CE3-A127-46E9-A484-F9597EE57898}"/>
                </a:ext>
              </a:extLst>
            </p:cNvPr>
            <p:cNvSpPr/>
            <p:nvPr/>
          </p:nvSpPr>
          <p:spPr>
            <a:xfrm>
              <a:off x="-2" y="3639670"/>
              <a:ext cx="143435" cy="181983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7A6E4A-273F-4EB8-92A0-C71BD1A42783}"/>
                </a:ext>
              </a:extLst>
            </p:cNvPr>
            <p:cNvSpPr/>
            <p:nvPr/>
          </p:nvSpPr>
          <p:spPr>
            <a:xfrm>
              <a:off x="-2" y="5459505"/>
              <a:ext cx="143435" cy="181983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0638D67-9E65-45C1-B66C-FFBD9ABCED4E}"/>
              </a:ext>
            </a:extLst>
          </p:cNvPr>
          <p:cNvSpPr txBox="1"/>
          <p:nvPr/>
        </p:nvSpPr>
        <p:spPr>
          <a:xfrm>
            <a:off x="609600" y="39558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Relevance in Modern Life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09F1751-8D1F-41BE-8215-902A7044D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06597"/>
            <a:ext cx="10312400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manage work pressure and stress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ethical work in career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mental balance in competition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Teaches calmness in success and failure</a:t>
            </a:r>
          </a:p>
        </p:txBody>
      </p:sp>
    </p:spTree>
    <p:extLst>
      <p:ext uri="{BB962C8B-B14F-4D97-AF65-F5344CB8AC3E}">
        <p14:creationId xmlns:p14="http://schemas.microsoft.com/office/powerpoint/2010/main" val="1749303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32B1CBA-C322-4833-A2EB-8F72B7B8D9A7}"/>
              </a:ext>
            </a:extLst>
          </p:cNvPr>
          <p:cNvGrpSpPr/>
          <p:nvPr/>
        </p:nvGrpSpPr>
        <p:grpSpPr>
          <a:xfrm>
            <a:off x="-2" y="0"/>
            <a:ext cx="84143" cy="6858000"/>
            <a:chOff x="-2" y="0"/>
            <a:chExt cx="143436" cy="72793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ECB86A3-25B8-4C32-83A4-A0BF380AA987}"/>
                </a:ext>
              </a:extLst>
            </p:cNvPr>
            <p:cNvSpPr/>
            <p:nvPr/>
          </p:nvSpPr>
          <p:spPr>
            <a:xfrm>
              <a:off x="-1" y="0"/>
              <a:ext cx="143435" cy="181983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A72277-1EB3-4CAF-AA01-EAA157E68FF1}"/>
                </a:ext>
              </a:extLst>
            </p:cNvPr>
            <p:cNvSpPr/>
            <p:nvPr/>
          </p:nvSpPr>
          <p:spPr>
            <a:xfrm>
              <a:off x="-2" y="1819835"/>
              <a:ext cx="143435" cy="18198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23B80F1-5D54-485C-AF0C-5D743FA27E25}"/>
                </a:ext>
              </a:extLst>
            </p:cNvPr>
            <p:cNvSpPr/>
            <p:nvPr/>
          </p:nvSpPr>
          <p:spPr>
            <a:xfrm>
              <a:off x="-2" y="3639670"/>
              <a:ext cx="143435" cy="181983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60F5D6-2E1C-48FB-803D-DF82E52118E6}"/>
                </a:ext>
              </a:extLst>
            </p:cNvPr>
            <p:cNvSpPr/>
            <p:nvPr/>
          </p:nvSpPr>
          <p:spPr>
            <a:xfrm>
              <a:off x="-2" y="5459505"/>
              <a:ext cx="143435" cy="181983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752EB20-CB10-4951-9116-06A7FD113FA8}"/>
              </a:ext>
            </a:extLst>
          </p:cNvPr>
          <p:cNvSpPr txBox="1"/>
          <p:nvPr/>
        </p:nvSpPr>
        <p:spPr>
          <a:xfrm>
            <a:off x="609600" y="395585"/>
            <a:ext cx="5048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Application for Students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FFFC786-6383-4378-9ACC-EE4B6C5E7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20567"/>
            <a:ext cx="11115040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sincerely without worrying about marks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 your best in exams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from success and failure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Stay motivated and confident</a:t>
            </a:r>
          </a:p>
        </p:txBody>
      </p:sp>
    </p:spTree>
    <p:extLst>
      <p:ext uri="{BB962C8B-B14F-4D97-AF65-F5344CB8AC3E}">
        <p14:creationId xmlns:p14="http://schemas.microsoft.com/office/powerpoint/2010/main" val="4010928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01262A-775A-4B72-946A-CF7ADAB8920E}"/>
              </a:ext>
            </a:extLst>
          </p:cNvPr>
          <p:cNvGrpSpPr/>
          <p:nvPr/>
        </p:nvGrpSpPr>
        <p:grpSpPr>
          <a:xfrm>
            <a:off x="-2" y="0"/>
            <a:ext cx="84143" cy="6858000"/>
            <a:chOff x="-2" y="0"/>
            <a:chExt cx="143436" cy="72793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6CC83FF-9A6D-41BD-BFB5-C3D948A6CC48}"/>
                </a:ext>
              </a:extLst>
            </p:cNvPr>
            <p:cNvSpPr/>
            <p:nvPr/>
          </p:nvSpPr>
          <p:spPr>
            <a:xfrm>
              <a:off x="-1" y="0"/>
              <a:ext cx="143435" cy="181983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F30CE0-7ADF-42C3-A139-EB57FF9E1A2E}"/>
                </a:ext>
              </a:extLst>
            </p:cNvPr>
            <p:cNvSpPr/>
            <p:nvPr/>
          </p:nvSpPr>
          <p:spPr>
            <a:xfrm>
              <a:off x="-2" y="1819835"/>
              <a:ext cx="143435" cy="18198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4193B9-A364-495E-8E7B-BCF67A86B66C}"/>
                </a:ext>
              </a:extLst>
            </p:cNvPr>
            <p:cNvSpPr/>
            <p:nvPr/>
          </p:nvSpPr>
          <p:spPr>
            <a:xfrm>
              <a:off x="-2" y="3639670"/>
              <a:ext cx="143435" cy="181983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E6F2ED-5821-4FED-8E3F-75FF2CDF97F9}"/>
                </a:ext>
              </a:extLst>
            </p:cNvPr>
            <p:cNvSpPr/>
            <p:nvPr/>
          </p:nvSpPr>
          <p:spPr>
            <a:xfrm>
              <a:off x="-2" y="5459505"/>
              <a:ext cx="143435" cy="181983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08A0B24-9488-43A6-9F8A-0211B57A7DC8}"/>
              </a:ext>
            </a:extLst>
          </p:cNvPr>
          <p:cNvSpPr txBox="1"/>
          <p:nvPr/>
        </p:nvSpPr>
        <p:spPr>
          <a:xfrm>
            <a:off x="609600" y="395585"/>
            <a:ext cx="5048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Conclusion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47FC20A-F308-4887-9CEF-266FAB0B8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06597"/>
            <a:ext cx="8284424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Bhagavad Gita teaches balanced living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Duty with detachment leads to peace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message is timeless and universal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 sincerely, leave the rest to God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06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Flat Thank You Slide Template for PowerPoint">
            <a:extLst>
              <a:ext uri="{FF2B5EF4-FFF2-40B4-BE49-F238E27FC236}">
                <a16:creationId xmlns:a16="http://schemas.microsoft.com/office/drawing/2014/main" id="{75C745EE-566D-490F-9DA9-8823C57D0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280" y="1760220"/>
            <a:ext cx="5933440" cy="333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8703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148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Udhayarajan J</dc:creator>
  <cp:lastModifiedBy>Udhayarajan J</cp:lastModifiedBy>
  <cp:revision>3</cp:revision>
  <dcterms:created xsi:type="dcterms:W3CDTF">2025-12-27T09:12:50Z</dcterms:created>
  <dcterms:modified xsi:type="dcterms:W3CDTF">2025-12-27T09:26:00Z</dcterms:modified>
</cp:coreProperties>
</file>