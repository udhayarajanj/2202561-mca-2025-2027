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2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F88A0-8829-4A2F-B8BD-C7AB8BDCB9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25F500-3AF3-4F08-BBB2-309195E99B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E555A1-DF31-4D97-8DE0-8C6DFBEC5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D0094-40A8-41B2-B2DA-71F991AD6820}" type="datetimeFigureOut">
              <a:rPr lang="en-IN" smtClean="0"/>
              <a:t>2025-12-02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58D5B7-BA91-4A4F-BDDB-8C2AEFD78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52DD1-C7E4-4240-9C2A-2D1E94B1E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B4B45-5652-4EE2-B9CA-FA00A4FB7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7405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AF956-C90F-4443-8D82-A0FCFA522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5F5DF-2995-4A74-AC07-30424F45DD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06E9E0-7756-4479-A067-3D20A3017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D0094-40A8-41B2-B2DA-71F991AD6820}" type="datetimeFigureOut">
              <a:rPr lang="en-IN" smtClean="0"/>
              <a:t>2025-12-02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A51C3C-60AC-4478-A414-04282748F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7935A-C8C4-4073-BF94-D6ACE9423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B4B45-5652-4EE2-B9CA-FA00A4FB7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0550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BF4C1-5F6F-46A9-9876-F79FC531D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CDADCD-4DEE-4C85-8112-BEEE78595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826DBA-FBCC-4752-8FBF-71D3032E2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D0094-40A8-41B2-B2DA-71F991AD6820}" type="datetimeFigureOut">
              <a:rPr lang="en-IN" smtClean="0"/>
              <a:t>2025-12-02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695CC-63EE-44A9-92F9-154B39F17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7E6297-6059-4140-9A96-295E9A864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B4B45-5652-4EE2-B9CA-FA00A4FB7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6972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A5E5E-A1CD-4328-B750-ACB320BB0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782A21-E19C-45FE-BC34-6205FBD7F7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655839-E22B-4F12-91C9-007F4BFB6C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9FED65-090B-4FEF-BA4A-8980D85BC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D0094-40A8-41B2-B2DA-71F991AD6820}" type="datetimeFigureOut">
              <a:rPr lang="en-IN" smtClean="0"/>
              <a:t>2025-12-02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18A192-6B8D-4504-988A-9261C9C6A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17BF66-087E-4576-ABA4-8509F4021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B4B45-5652-4EE2-B9CA-FA00A4FB7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2719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838CE-0D8C-4A4E-898D-F0CEBA75B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58722C-7EA2-4730-A941-3D617DB0E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E2B9C0-A239-40E3-84C9-43D26717C4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0A3DE4-62B7-4B7C-B6BD-A6C550CF58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3F4BA8-8066-401C-BA7B-28715EB3E8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A8E5F8-4AC2-479A-B1B1-C366F0AB2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D0094-40A8-41B2-B2DA-71F991AD6820}" type="datetimeFigureOut">
              <a:rPr lang="en-IN" smtClean="0"/>
              <a:t>2025-12-02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014D2F-F0A0-4A61-A3D7-5DA50CC7C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6E20D3-ABB1-4B4F-91A8-A1255AA97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B4B45-5652-4EE2-B9CA-FA00A4FB7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7885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8CE24-00F6-4335-8198-98915DBA7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010380-AD0F-4D13-94EF-BF979FDCA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D0094-40A8-41B2-B2DA-71F991AD6820}" type="datetimeFigureOut">
              <a:rPr lang="en-IN" smtClean="0"/>
              <a:t>2025-12-02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0F3E9-C594-42E4-BE9E-76371B214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351D4D-79BE-4B4A-A80C-5259D1585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B4B45-5652-4EE2-B9CA-FA00A4FB7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2967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1DB4DD-BD4C-468D-969B-59F70DF75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D0094-40A8-41B2-B2DA-71F991AD6820}" type="datetimeFigureOut">
              <a:rPr lang="en-IN" smtClean="0"/>
              <a:t>2025-12-02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16BD65-8797-4F3A-AFB0-5CDA12A48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79EE04-EEC4-4611-BB30-6915A29EA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B4B45-5652-4EE2-B9CA-FA00A4FB7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6835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81791-D458-4BAF-9D39-3624CCDAB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19CD0-6F38-4FF7-A631-52DBF66A0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8044C1-71CC-4E02-A96C-5DDE10FF03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305162-F30A-4CBD-8A8D-A2B945FE8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D0094-40A8-41B2-B2DA-71F991AD6820}" type="datetimeFigureOut">
              <a:rPr lang="en-IN" smtClean="0"/>
              <a:t>2025-12-02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6AF944-98EB-4DFC-AE69-0694550DD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6FF5F0-9A5B-4F69-A885-0075B84E9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B4B45-5652-4EE2-B9CA-FA00A4FB7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2987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01627-8C2E-4521-8B07-7B59FA60F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F77522-CD05-4972-BDDD-05138DC786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678DF3-C108-4F0D-8D10-29D7C1E63C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481BAA-2FD3-487F-B164-B1FD45567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D0094-40A8-41B2-B2DA-71F991AD6820}" type="datetimeFigureOut">
              <a:rPr lang="en-IN" smtClean="0"/>
              <a:t>2025-12-02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BD0819-BE42-49ED-9157-09EC50329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AA560D-FA15-4F00-BE6F-0CE92D0AD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B4B45-5652-4EE2-B9CA-FA00A4FB7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1403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F47CC-88BC-4A59-AA4E-00EA8C199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4813E5-9926-4E60-9610-3CF11B38B2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38C79C-63F5-41D7-B071-195812A11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D0094-40A8-41B2-B2DA-71F991AD6820}" type="datetimeFigureOut">
              <a:rPr lang="en-IN" smtClean="0"/>
              <a:t>2025-12-02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3514FA-F525-4083-9C1A-FD4E4696D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3D3461-CBA5-44C4-A324-ABE63B0CB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B4B45-5652-4EE2-B9CA-FA00A4FB7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2829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BC6C5F-DD1B-4720-A8B5-A9F3788966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7FB21C-303B-43D5-B247-384C64A6BB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69D4D0-8671-4874-A873-E134EE980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D0094-40A8-41B2-B2DA-71F991AD6820}" type="datetimeFigureOut">
              <a:rPr lang="en-IN" smtClean="0"/>
              <a:t>2025-12-02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C2635C-5AA0-434B-9388-7323BBD06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4586DB-3347-4120-A0FA-1B318868B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B4B45-5652-4EE2-B9CA-FA00A4FB7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982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7A9E29-98D2-4310-9C11-93C107CFF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21CB7B-37C2-4FC1-98E4-6DF8E8733B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ECAC85-B1C7-4F99-B20B-F045698B50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8D0094-40A8-41B2-B2DA-71F991AD6820}" type="datetimeFigureOut">
              <a:rPr lang="en-IN" smtClean="0"/>
              <a:t>2025-12-02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2D8D0-050E-4618-AAEA-E58B562BFC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73CC2C-E441-4CF4-9258-797E0C23CE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FB4B45-5652-4EE2-B9CA-FA00A4FB7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1190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 descr="The difference between budget and budgeting - a beginner's guide">
            <a:extLst>
              <a:ext uri="{FF2B5EF4-FFF2-40B4-BE49-F238E27FC236}">
                <a16:creationId xmlns:a16="http://schemas.microsoft.com/office/drawing/2014/main" id="{91089871-510C-4AF5-835D-35CC12C139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9682" y="883004"/>
            <a:ext cx="8872637" cy="5091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167A22F-CE43-4559-B26B-D3803CD0C2C3}"/>
              </a:ext>
            </a:extLst>
          </p:cNvPr>
          <p:cNvSpPr/>
          <p:nvPr/>
        </p:nvSpPr>
        <p:spPr>
          <a:xfrm>
            <a:off x="0" y="0"/>
            <a:ext cx="206188" cy="68580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13A5F4D0-121E-4C91-973C-96FC8E6D0DFB}"/>
              </a:ext>
            </a:extLst>
          </p:cNvPr>
          <p:cNvSpPr/>
          <p:nvPr/>
        </p:nvSpPr>
        <p:spPr>
          <a:xfrm rot="10800000">
            <a:off x="11627224" y="-1"/>
            <a:ext cx="564776" cy="519953"/>
          </a:xfrm>
          <a:prstGeom prst="triangle">
            <a:avLst>
              <a:gd name="adj" fmla="val 1000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2DFDC3-D404-4835-B4B4-324B9D2A9C6E}"/>
              </a:ext>
            </a:extLst>
          </p:cNvPr>
          <p:cNvSpPr txBox="1"/>
          <p:nvPr/>
        </p:nvSpPr>
        <p:spPr>
          <a:xfrm>
            <a:off x="802340" y="434951"/>
            <a:ext cx="529366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Arial Rounded MT Bold" panose="020F0704030504030204" pitchFamily="34" charset="0"/>
              </a:rPr>
              <a:t>Fundamentals of Management</a:t>
            </a:r>
          </a:p>
          <a:p>
            <a:endParaRPr lang="en-IN" sz="2400" dirty="0">
              <a:latin typeface="Arial Rounded MT Bold" panose="020F0704030504030204" pitchFamily="34" charset="0"/>
            </a:endParaRPr>
          </a:p>
          <a:p>
            <a:r>
              <a:rPr lang="en-IN" dirty="0">
                <a:solidFill>
                  <a:srgbClr val="FF0000"/>
                </a:solidFill>
                <a:latin typeface="Arial Rounded MT Bold" panose="020F0704030504030204" pitchFamily="34" charset="0"/>
              </a:rPr>
              <a:t>Concept of Capital Budgeting</a:t>
            </a:r>
          </a:p>
          <a:p>
            <a:endParaRPr lang="en-IN" dirty="0">
              <a:latin typeface="Arial Rounded MT Bold" panose="020F0704030504030204" pitchFamily="34" charset="0"/>
            </a:endParaRPr>
          </a:p>
          <a:p>
            <a:r>
              <a:rPr lang="en-IN" dirty="0">
                <a:latin typeface="Arial Rounded MT Bold" panose="020F0704030504030204" pitchFamily="34" charset="0"/>
              </a:rPr>
              <a:t> </a:t>
            </a:r>
            <a:r>
              <a:rPr lang="en-IN" dirty="0"/>
              <a:t>by,</a:t>
            </a:r>
          </a:p>
          <a:p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3867FD-4A07-47CA-8070-E71BDD4728AE}"/>
              </a:ext>
            </a:extLst>
          </p:cNvPr>
          <p:cNvSpPr txBox="1"/>
          <p:nvPr/>
        </p:nvSpPr>
        <p:spPr>
          <a:xfrm>
            <a:off x="838827" y="2114896"/>
            <a:ext cx="5987172" cy="3338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IN" dirty="0"/>
              <a:t>1. Singh Garima Sangram (2202556)</a:t>
            </a:r>
          </a:p>
          <a:p>
            <a:pPr>
              <a:lnSpc>
                <a:spcPct val="200000"/>
              </a:lnSpc>
            </a:pPr>
            <a:r>
              <a:rPr lang="en-IN" dirty="0"/>
              <a:t>2. Tayade Amita Rameshwar (2202557)</a:t>
            </a:r>
          </a:p>
          <a:p>
            <a:pPr>
              <a:lnSpc>
                <a:spcPct val="200000"/>
              </a:lnSpc>
            </a:pPr>
            <a:r>
              <a:rPr lang="en-IN" dirty="0"/>
              <a:t>3. Thite Aniket Shankar (2202558)</a:t>
            </a:r>
          </a:p>
          <a:p>
            <a:pPr>
              <a:lnSpc>
                <a:spcPct val="200000"/>
              </a:lnSpc>
            </a:pPr>
            <a:r>
              <a:rPr lang="en-IN" dirty="0"/>
              <a:t>4. Thombare Akshay Nandkumar (2202559)</a:t>
            </a:r>
          </a:p>
          <a:p>
            <a:pPr>
              <a:lnSpc>
                <a:spcPct val="200000"/>
              </a:lnSpc>
            </a:pPr>
            <a:r>
              <a:rPr lang="en-IN" dirty="0"/>
              <a:t>5. Thorat Bhgyashree Suresh (2202560)</a:t>
            </a:r>
          </a:p>
          <a:p>
            <a:pPr>
              <a:lnSpc>
                <a:spcPct val="200000"/>
              </a:lnSpc>
            </a:pPr>
            <a:r>
              <a:rPr lang="en-IN" dirty="0"/>
              <a:t>6. Udhayarajan J (2202561)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0997576-7495-4E59-8B5E-D12B52256541}"/>
              </a:ext>
            </a:extLst>
          </p:cNvPr>
          <p:cNvGrpSpPr/>
          <p:nvPr/>
        </p:nvGrpSpPr>
        <p:grpSpPr>
          <a:xfrm>
            <a:off x="4279399" y="6423049"/>
            <a:ext cx="3633203" cy="262474"/>
            <a:chOff x="3493738" y="6291812"/>
            <a:chExt cx="3633203" cy="262474"/>
          </a:xfrm>
        </p:grpSpPr>
        <p:pic>
          <p:nvPicPr>
            <p:cNvPr id="1034" name="Picture 10" descr="logo">
              <a:extLst>
                <a:ext uri="{FF2B5EF4-FFF2-40B4-BE49-F238E27FC236}">
                  <a16:creationId xmlns:a16="http://schemas.microsoft.com/office/drawing/2014/main" id="{1D6B60E2-9E3C-4853-882A-DDE2FA0122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93738" y="6291812"/>
              <a:ext cx="262474" cy="2624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3C68C1F-3B67-47E8-9943-7F164E8A6646}"/>
                </a:ext>
              </a:extLst>
            </p:cNvPr>
            <p:cNvSpPr txBox="1"/>
            <p:nvPr/>
          </p:nvSpPr>
          <p:spPr>
            <a:xfrm>
              <a:off x="3756212" y="6331072"/>
              <a:ext cx="3370729" cy="22321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800" b="1" i="0" dirty="0">
                  <a:solidFill>
                    <a:srgbClr val="A70606"/>
                  </a:solidFill>
                  <a:effectLst/>
                  <a:latin typeface="Roboto" panose="02000000000000000000" pitchFamily="2" charset="0"/>
                </a:rPr>
                <a:t>MODERN INSTITUTE OF BUSINESS STUDIES (AUTONOMOUS)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0422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7A76854-D5D1-44EF-AEFD-FD7A35C0028F}"/>
              </a:ext>
            </a:extLst>
          </p:cNvPr>
          <p:cNvSpPr/>
          <p:nvPr/>
        </p:nvSpPr>
        <p:spPr>
          <a:xfrm>
            <a:off x="0" y="0"/>
            <a:ext cx="12192000" cy="59167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/>
              <a:t>      Introduction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2AD3ABC-693A-4DC3-BD29-63A32AFCB2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400" y="1031065"/>
            <a:ext cx="7162800" cy="16684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Capital budgeting deals with long-term investment decisions.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helps decide whether a project is financially beneficial.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by companies for expansion and development.</a:t>
            </a:r>
          </a:p>
        </p:txBody>
      </p:sp>
    </p:spTree>
    <p:extLst>
      <p:ext uri="{BB962C8B-B14F-4D97-AF65-F5344CB8AC3E}">
        <p14:creationId xmlns:p14="http://schemas.microsoft.com/office/powerpoint/2010/main" val="1320817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832F4AC-C8D4-4AE6-9A27-3933BBFCCA53}"/>
              </a:ext>
            </a:extLst>
          </p:cNvPr>
          <p:cNvSpPr/>
          <p:nvPr/>
        </p:nvSpPr>
        <p:spPr>
          <a:xfrm>
            <a:off x="0" y="0"/>
            <a:ext cx="12192000" cy="59167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/>
              <a:t>      Objectives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42199C9-A3E5-4777-A19A-CCAE4D9732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" y="1113838"/>
            <a:ext cx="4328160" cy="22224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Maximize returns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 efficient capital allocation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Evaluate future profits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business efficiency</a:t>
            </a:r>
          </a:p>
        </p:txBody>
      </p:sp>
    </p:spTree>
    <p:extLst>
      <p:ext uri="{BB962C8B-B14F-4D97-AF65-F5344CB8AC3E}">
        <p14:creationId xmlns:p14="http://schemas.microsoft.com/office/powerpoint/2010/main" val="3458007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1C3AB47-9227-4536-AEDA-FF37455378F6}"/>
              </a:ext>
            </a:extLst>
          </p:cNvPr>
          <p:cNvSpPr/>
          <p:nvPr/>
        </p:nvSpPr>
        <p:spPr>
          <a:xfrm>
            <a:off x="0" y="0"/>
            <a:ext cx="12192000" cy="59167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/>
              <a:t>      Meaning / Definition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8F501EFB-407D-4507-9118-DDF54B66DF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040" y="1116293"/>
            <a:ext cx="9550400" cy="11144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Capital budgeting is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 of planning and selecting long-term investments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evaluates future cash inflows and outflows before investing.</a:t>
            </a:r>
          </a:p>
        </p:txBody>
      </p:sp>
      <p:pic>
        <p:nvPicPr>
          <p:cNvPr id="3077" name="Picture 5" descr="Budget Consultation 2025-26 | Let's Talk Kent">
            <a:extLst>
              <a:ext uri="{FF2B5EF4-FFF2-40B4-BE49-F238E27FC236}">
                <a16:creationId xmlns:a16="http://schemas.microsoft.com/office/drawing/2014/main" id="{B98C003C-ABE9-4F77-B9DA-A9C5E36805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4253" y="3090007"/>
            <a:ext cx="2318068" cy="2384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0237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2BCDA03-F0DC-4F80-8E29-BD656299A67C}"/>
              </a:ext>
            </a:extLst>
          </p:cNvPr>
          <p:cNvSpPr/>
          <p:nvPr/>
        </p:nvSpPr>
        <p:spPr>
          <a:xfrm>
            <a:off x="0" y="0"/>
            <a:ext cx="12192000" cy="59167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/>
              <a:t>      Features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FE0CFA62-DDD8-4F1A-B208-7555630495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56880"/>
            <a:ext cx="4206240" cy="2776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Involves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large investment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Long-term impact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Future cash flow estimation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Risk and uncertainty involved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Difficult to reverse decisions</a:t>
            </a:r>
          </a:p>
        </p:txBody>
      </p:sp>
      <p:pic>
        <p:nvPicPr>
          <p:cNvPr id="4099" name="Picture 3" descr="What Is It, Process, Methods, Examples">
            <a:extLst>
              <a:ext uri="{FF2B5EF4-FFF2-40B4-BE49-F238E27FC236}">
                <a16:creationId xmlns:a16="http://schemas.microsoft.com/office/drawing/2014/main" id="{D8E429DC-39F2-4E3D-BA36-F1E8D6B70E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670" y="1156880"/>
            <a:ext cx="5581650" cy="408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39677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4E24285-CFF4-4608-B75E-B5B109EF2130}"/>
              </a:ext>
            </a:extLst>
          </p:cNvPr>
          <p:cNvSpPr/>
          <p:nvPr/>
        </p:nvSpPr>
        <p:spPr>
          <a:xfrm>
            <a:off x="0" y="0"/>
            <a:ext cx="12192000" cy="59167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/>
              <a:t>      Importance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3A6D90B-640E-4122-A024-BC1DC00F9F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400" y="1206597"/>
            <a:ext cx="5466080" cy="22224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in selecting profitable projects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long-term growth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Reduces investment risk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Ensures proper use of funds</a:t>
            </a:r>
          </a:p>
        </p:txBody>
      </p:sp>
    </p:spTree>
    <p:extLst>
      <p:ext uri="{BB962C8B-B14F-4D97-AF65-F5344CB8AC3E}">
        <p14:creationId xmlns:p14="http://schemas.microsoft.com/office/powerpoint/2010/main" val="2311568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AA63E2-D1BF-4010-9557-D1076F8D9F96}"/>
              </a:ext>
            </a:extLst>
          </p:cNvPr>
          <p:cNvSpPr/>
          <p:nvPr/>
        </p:nvSpPr>
        <p:spPr>
          <a:xfrm>
            <a:off x="0" y="0"/>
            <a:ext cx="12192000" cy="59167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/>
              <a:t>      </a:t>
            </a:r>
            <a:r>
              <a:rPr lang="en-US" sz="2400" b="1" dirty="0"/>
              <a:t>Types of Capital Budgeting Decisions</a:t>
            </a:r>
            <a:endParaRPr lang="en-IN" sz="2400" b="1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20D9029-102D-4ACD-990B-23B87EAD09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" y="1106080"/>
            <a:ext cx="4927600" cy="2776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Expansion decisions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Replacement of old machines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New product launch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Cost reduction projects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Research &amp; development</a:t>
            </a:r>
          </a:p>
        </p:txBody>
      </p:sp>
    </p:spTree>
    <p:extLst>
      <p:ext uri="{BB962C8B-B14F-4D97-AF65-F5344CB8AC3E}">
        <p14:creationId xmlns:p14="http://schemas.microsoft.com/office/powerpoint/2010/main" val="32793623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25CF5E3-F033-4539-ACB6-03DF8E479962}"/>
              </a:ext>
            </a:extLst>
          </p:cNvPr>
          <p:cNvSpPr/>
          <p:nvPr/>
        </p:nvSpPr>
        <p:spPr>
          <a:xfrm>
            <a:off x="0" y="0"/>
            <a:ext cx="12192000" cy="59167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/>
              <a:t>      Steps in Capital Budgeting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B032459-B62C-47BE-93B8-7C8701DE24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560" y="1165283"/>
            <a:ext cx="5862320" cy="3892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Find investment ideas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Check which ideas are suitable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Estimate future cash inflows and outflows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Evaluate the project using financial methods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Choose the best project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Implement the project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Review the results</a:t>
            </a:r>
          </a:p>
        </p:txBody>
      </p:sp>
    </p:spTree>
    <p:extLst>
      <p:ext uri="{BB962C8B-B14F-4D97-AF65-F5344CB8AC3E}">
        <p14:creationId xmlns:p14="http://schemas.microsoft.com/office/powerpoint/2010/main" val="3667828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926D34D-4BA1-4D07-8EB0-A213DDE67166}"/>
              </a:ext>
            </a:extLst>
          </p:cNvPr>
          <p:cNvSpPr/>
          <p:nvPr/>
        </p:nvSpPr>
        <p:spPr>
          <a:xfrm>
            <a:off x="0" y="0"/>
            <a:ext cx="12192000" cy="59167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dirty="0"/>
              <a:t>      </a:t>
            </a:r>
            <a:r>
              <a:rPr lang="en-IN" sz="2400" b="1" dirty="0"/>
              <a:t>Example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2A28AD-ACC7-4820-BF91-20B172DD4D5F}"/>
              </a:ext>
            </a:extLst>
          </p:cNvPr>
          <p:cNvSpPr txBox="1"/>
          <p:nvPr/>
        </p:nvSpPr>
        <p:spPr>
          <a:xfrm>
            <a:off x="419100" y="1284516"/>
            <a:ext cx="610108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Investment: ₹40,000</a:t>
            </a:r>
          </a:p>
          <a:p>
            <a:br>
              <a:rPr lang="en-US" dirty="0"/>
            </a:br>
            <a:r>
              <a:rPr lang="en-US" dirty="0"/>
              <a:t>Annual Cash Inflow: ₹10,000</a:t>
            </a:r>
          </a:p>
          <a:p>
            <a:endParaRPr lang="en-US" dirty="0"/>
          </a:p>
          <a:p>
            <a:r>
              <a:rPr lang="en-US" b="1" dirty="0"/>
              <a:t>Payback Period = 40,000 ÷ 10,000 = 4 years</a:t>
            </a:r>
          </a:p>
          <a:p>
            <a:br>
              <a:rPr lang="en-US" dirty="0"/>
            </a:br>
            <a:r>
              <a:rPr lang="en-US" dirty="0"/>
              <a:t>Project will recover its cost in </a:t>
            </a:r>
            <a:r>
              <a:rPr lang="en-US" dirty="0">
                <a:solidFill>
                  <a:srgbClr val="FF0000"/>
                </a:solidFill>
              </a:rPr>
              <a:t>4 years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932695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596A723-ABEC-4B4A-8EBD-0B39CCF14CB8}"/>
              </a:ext>
            </a:extLst>
          </p:cNvPr>
          <p:cNvSpPr/>
          <p:nvPr/>
        </p:nvSpPr>
        <p:spPr>
          <a:xfrm>
            <a:off x="0" y="0"/>
            <a:ext cx="12192000" cy="59167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dirty="0"/>
              <a:t>      </a:t>
            </a:r>
            <a:r>
              <a:rPr lang="en-IN" sz="2400" b="1" dirty="0"/>
              <a:t>Conclusion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C810843-48A0-48F0-9CFC-28B1B4C861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" y="829636"/>
            <a:ext cx="10200640" cy="11144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Capital budgeting is essential for choosing good long-term investments.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helps companies grow, reduce risks, and improve financial planning.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0BADE42-3104-4FA2-922D-4EDFDEEA4BFA}"/>
              </a:ext>
            </a:extLst>
          </p:cNvPr>
          <p:cNvSpPr/>
          <p:nvPr/>
        </p:nvSpPr>
        <p:spPr>
          <a:xfrm>
            <a:off x="-10160" y="4856480"/>
            <a:ext cx="12192000" cy="200152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219" name="Picture 3" descr="Thank You PNGs for Free Download">
            <a:extLst>
              <a:ext uri="{FF2B5EF4-FFF2-40B4-BE49-F238E27FC236}">
                <a16:creationId xmlns:a16="http://schemas.microsoft.com/office/drawing/2014/main" id="{D9591464-3414-42D7-9399-4796F68469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6240" y="5160456"/>
            <a:ext cx="3535680" cy="1393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80791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283</Words>
  <Application>Microsoft Office PowerPoint</Application>
  <PresentationFormat>Widescreen</PresentationFormat>
  <Paragraphs>58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Arial Rounded MT Bold</vt:lpstr>
      <vt:lpstr>Calibri</vt:lpstr>
      <vt:lpstr>Calibri Light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Udhayarajan J</dc:creator>
  <cp:lastModifiedBy>Udhayarajan J</cp:lastModifiedBy>
  <cp:revision>10</cp:revision>
  <dcterms:created xsi:type="dcterms:W3CDTF">2025-12-02T15:57:39Z</dcterms:created>
  <dcterms:modified xsi:type="dcterms:W3CDTF">2025-12-02T17:39:10Z</dcterms:modified>
</cp:coreProperties>
</file>