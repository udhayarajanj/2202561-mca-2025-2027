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B173-51DD-49B1-B84C-260C35AC0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86F12-15B4-4E69-92FA-6072B52D8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E92F2-0BB4-4D37-9B9E-7375856D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663F5-205F-4BDF-8D5B-117E3E5B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6316A-6957-4380-A0EC-231205C7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2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F806-7AF8-43F5-AB72-380B0D62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3280E-46B0-4EF1-A332-A007EE6F0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CE5A4-95BC-46A1-AB9F-FFD4C36F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BB634-DBB8-4684-A152-F87BB37E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C09D9-BE3F-43F2-9F8B-EF79D7D3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41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4727-7F4F-4053-A4DA-16B62400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94FD-C7F4-4551-9295-972C41CA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145AD-7A6C-4049-95C0-63E9265C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A0A7E-4530-4104-B21E-5B1C8A54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4FAC-124E-4E97-9BF7-C23F3FC7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44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F508-A88C-4EE4-98D4-154DC38C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64E1-0657-416F-B31F-AFCDED56F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A51AF-6AE7-48A6-A2CD-545D415AB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58760-A29E-4323-AD6B-A82180D4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27E01-44A5-48F4-B2C6-C7F5A2E0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73316-E010-4E79-B077-65C576E4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1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70C1-AA48-4EE2-AD63-3940BD2F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6B6BC-8944-4867-B87A-A4E774DC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41D2E-5D9A-4802-9AC7-2D3115319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F199B-3310-48E9-8C40-05A68273B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F5CD0-7AC9-4F59-B20E-DEB10D719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B92EC-86B7-4CEB-A984-AE7FED29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A6135-A948-4E42-957E-AC59D69D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06D00-B5B0-4F6C-827C-4E7432EE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03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DB3B-194D-4476-9401-387D7F38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1B2CB-F76F-4885-AF84-E520485D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6BC51-5C68-4B61-9076-57517A0A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9E0CF-2377-4C98-864A-FFEAF9E1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13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D2087-131D-4216-8134-4E2E4AF4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40DA4-6C40-4B8A-A475-A8C7DAD5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D2D75-913F-41B5-8778-387F849D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96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3021-3A9E-4BE1-AEB2-31CF515C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45E4-2E87-4113-B803-D26946B81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B05A0-17A7-4C8A-8941-8D2B6F62D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7E7B0-A45F-4675-B02C-EC6FDC5D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E4545-FD71-464B-A1A2-2594E6FF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0A68F-F3D0-48EE-8F0A-EAF0C8F3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22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CED5-720E-4401-97ED-0F059FD4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4B526-2341-4414-829E-10C921A53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6C2CC-0F36-4A8D-A2C6-8740A8AC1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04FB9-AC8C-48A9-AA89-FA2F6177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13C9A-7DB3-4C21-B727-18FDAF8B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43939-3CFA-4C86-8268-E7013E02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46FF-0023-42CC-BD8B-EB434778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79F4D-06B6-44FE-B304-D01D1E54A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E901-F970-4E4C-AD86-AD16251A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4A3B3-09BD-4747-A70E-16B3E43F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7D92E-3E2B-4FDD-AEDD-E6ED7CCA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58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A44A2-3D39-408E-A030-B013966FB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E5A7A-6AC4-4DB7-8D8D-C023D6AD2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0FEA-854C-47FD-91BC-44A7235D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F93A9-BD71-4AC0-B9DE-3B063DDD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AEF4F-6AAE-4E0C-9099-FB9E6361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97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C7BAE-FAF8-4505-BFD3-B12134C9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7EAFE-1764-48E4-8A76-E61B64F8C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A4489-6101-46B5-A7E3-91E6EB232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206EF-D0EB-42E8-819B-0C6A97903BF7}" type="datetimeFigureOut">
              <a:rPr lang="en-IN" smtClean="0"/>
              <a:t>2026-04-10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34297-F604-4D22-98CB-629555108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4CC44-EDCA-40CE-ACE4-D996A2052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9565B-E697-4277-BFCD-E56866CD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5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BCA489-2145-40EF-9430-6E6C020CCEAC}"/>
              </a:ext>
            </a:extLst>
          </p:cNvPr>
          <p:cNvSpPr txBox="1"/>
          <p:nvPr/>
        </p:nvSpPr>
        <p:spPr>
          <a:xfrm>
            <a:off x="2293901" y="3105835"/>
            <a:ext cx="7604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0" dirty="0">
                <a:effectLst/>
              </a:rPr>
              <a:t>Decision Tree Induction in Data Mining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DB48A-14EE-4D3E-95E6-0128EDDEA34E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3AEC1-7850-4CB2-9347-BCE28B5E57FA}"/>
              </a:ext>
            </a:extLst>
          </p:cNvPr>
          <p:cNvSpPr txBox="1"/>
          <p:nvPr/>
        </p:nvSpPr>
        <p:spPr>
          <a:xfrm>
            <a:off x="2293901" y="4979360"/>
            <a:ext cx="519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effectLst/>
              </a:rPr>
              <a:t> By,</a:t>
            </a:r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870C02E-510F-4FBD-9421-D6626DAE5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176307"/>
              </p:ext>
            </p:extLst>
          </p:nvPr>
        </p:nvGraphicFramePr>
        <p:xfrm>
          <a:off x="2319505" y="5571764"/>
          <a:ext cx="3886200" cy="78105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57197296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72848781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n-US" dirty="0"/>
                        <a:t>Udhayarajan 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2202561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11233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lang="en-IN" dirty="0"/>
                        <a:t>Ketan Shimpi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2202553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04450"/>
                  </a:ext>
                </a:extLst>
              </a:tr>
            </a:tbl>
          </a:graphicData>
        </a:graphic>
      </p:graphicFrame>
      <p:pic>
        <p:nvPicPr>
          <p:cNvPr id="1026" name="Picture 2" descr="Data warehouse - Free seo and web icons">
            <a:extLst>
              <a:ext uri="{FF2B5EF4-FFF2-40B4-BE49-F238E27FC236}">
                <a16:creationId xmlns:a16="http://schemas.microsoft.com/office/drawing/2014/main" id="{45034133-56BE-4CF1-AF7C-7ED6CEDB7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446306"/>
            <a:ext cx="23622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693D9236-6765-4D55-B4BB-79050F7BD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643457"/>
              </p:ext>
            </p:extLst>
          </p:nvPr>
        </p:nvGraphicFramePr>
        <p:xfrm>
          <a:off x="2293901" y="3975238"/>
          <a:ext cx="3886200" cy="781050"/>
        </p:xfrm>
        <a:graphic>
          <a:graphicData uri="http://schemas.openxmlformats.org/drawingml/2006/table">
            <a:tbl>
              <a:tblPr bandRow="1" bandCol="1"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57197296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72848781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2026-04-11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11233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CCE - 04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04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21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E0E152-205D-4BEF-8C63-3636F2A331FA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EA1B7-7BEB-4549-9057-E0971E890400}"/>
              </a:ext>
            </a:extLst>
          </p:cNvPr>
          <p:cNvSpPr txBox="1"/>
          <p:nvPr/>
        </p:nvSpPr>
        <p:spPr>
          <a:xfrm>
            <a:off x="567018" y="753960"/>
            <a:ext cx="6100482" cy="287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Introduction</a:t>
            </a:r>
          </a:p>
          <a:p>
            <a:endParaRPr 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Decision Tree is a supervised learning technique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for classification and regression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Tree-like structure with nodes and branches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Easy to understand and interpret</a:t>
            </a:r>
          </a:p>
        </p:txBody>
      </p:sp>
    </p:spTree>
    <p:extLst>
      <p:ext uri="{BB962C8B-B14F-4D97-AF65-F5344CB8AC3E}">
        <p14:creationId xmlns:p14="http://schemas.microsoft.com/office/powerpoint/2010/main" val="251635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995D09-99C7-4C24-9CA5-30C005090BEC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A6630-2C97-422F-A404-E4633C6B4043}"/>
              </a:ext>
            </a:extLst>
          </p:cNvPr>
          <p:cNvSpPr txBox="1"/>
          <p:nvPr/>
        </p:nvSpPr>
        <p:spPr>
          <a:xfrm>
            <a:off x="567017" y="753960"/>
            <a:ext cx="7501217" cy="29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Decision Tree Induction?</a:t>
            </a:r>
          </a:p>
          <a:p>
            <a:endParaRPr lang="en-US" sz="24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Process of building a decision tree from dataset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Splits data into subsets based on attribute values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Goal: Create a model that predicts target variable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training data to learn patterns</a:t>
            </a:r>
          </a:p>
        </p:txBody>
      </p:sp>
    </p:spTree>
    <p:extLst>
      <p:ext uri="{BB962C8B-B14F-4D97-AF65-F5344CB8AC3E}">
        <p14:creationId xmlns:p14="http://schemas.microsoft.com/office/powerpoint/2010/main" val="375048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79ED8E-FB43-403D-BCB5-58F6E339171F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FE57D-43D0-4785-BA33-4B87E377F712}"/>
              </a:ext>
            </a:extLst>
          </p:cNvPr>
          <p:cNvSpPr txBox="1"/>
          <p:nvPr/>
        </p:nvSpPr>
        <p:spPr>
          <a:xfrm>
            <a:off x="549088" y="736030"/>
            <a:ext cx="6100482" cy="29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Components of Decision Tree</a:t>
            </a:r>
          </a:p>
          <a:p>
            <a:endParaRPr lang="en-US" sz="2400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Root Node</a:t>
            </a:r>
            <a:r>
              <a:rPr lang="en-US" dirty="0"/>
              <a:t> – Topmost node (starting point)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Internal Nodes</a:t>
            </a:r>
            <a:r>
              <a:rPr lang="en-US" dirty="0"/>
              <a:t> – Represent decision conditions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Branches</a:t>
            </a:r>
            <a:r>
              <a:rPr lang="en-US" dirty="0"/>
              <a:t> – Outcomes of decisions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Leaf Nodes</a:t>
            </a:r>
            <a:r>
              <a:rPr lang="en-US" dirty="0"/>
              <a:t> – Final output (class label/value)</a:t>
            </a:r>
          </a:p>
        </p:txBody>
      </p:sp>
    </p:spTree>
    <p:extLst>
      <p:ext uri="{BB962C8B-B14F-4D97-AF65-F5344CB8AC3E}">
        <p14:creationId xmlns:p14="http://schemas.microsoft.com/office/powerpoint/2010/main" val="721205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03D62A-4491-4EC5-B4BD-FD38FE313147}"/>
              </a:ext>
            </a:extLst>
          </p:cNvPr>
          <p:cNvSpPr txBox="1"/>
          <p:nvPr/>
        </p:nvSpPr>
        <p:spPr>
          <a:xfrm>
            <a:off x="448235" y="683149"/>
            <a:ext cx="6096000" cy="407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Information Gain (Concept)</a:t>
            </a:r>
          </a:p>
          <a:p>
            <a:endParaRPr lang="en-IN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Based on </a:t>
            </a:r>
            <a:r>
              <a:rPr lang="en-IN" b="1" dirty="0"/>
              <a:t>Entropy</a:t>
            </a:r>
            <a:r>
              <a:rPr lang="en-IN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Measures impurity in dataset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Lower entropy = better classification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Formula concept: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Entropy(S) = − </a:t>
            </a:r>
            <a:r>
              <a:rPr lang="el-GR" dirty="0"/>
              <a:t>Σ </a:t>
            </a:r>
            <a:r>
              <a:rPr lang="en-IN" dirty="0"/>
              <a:t>p log₂ p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Attribute with highest information gain is selected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87D17-7150-4EFF-BEAC-B856FCF870B5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5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827B2-7722-40F5-83CB-A74F1A18C43B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D9B3F-89EA-4B28-862F-795DC8D4EA19}"/>
              </a:ext>
            </a:extLst>
          </p:cNvPr>
          <p:cNvSpPr txBox="1"/>
          <p:nvPr/>
        </p:nvSpPr>
        <p:spPr>
          <a:xfrm>
            <a:off x="495300" y="1345630"/>
            <a:ext cx="6100482" cy="29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  <a:p>
            <a:endParaRPr lang="en-US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Simple and easy to understand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Requires little data preprocessing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Handles both numerical &amp; categorical data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Visual representation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77B99-B48C-44AC-8C88-DD2D030E2F6C}"/>
              </a:ext>
            </a:extLst>
          </p:cNvPr>
          <p:cNvSpPr txBox="1"/>
          <p:nvPr/>
        </p:nvSpPr>
        <p:spPr>
          <a:xfrm>
            <a:off x="5954806" y="1346554"/>
            <a:ext cx="6100482" cy="296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Disadvantages</a:t>
            </a:r>
          </a:p>
          <a:p>
            <a:endParaRPr lang="en-US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Overfitting problem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Sensitive to noisy data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become complex with large data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Bias towards attributes with more values</a:t>
            </a:r>
          </a:p>
        </p:txBody>
      </p:sp>
    </p:spTree>
    <p:extLst>
      <p:ext uri="{BB962C8B-B14F-4D97-AF65-F5344CB8AC3E}">
        <p14:creationId xmlns:p14="http://schemas.microsoft.com/office/powerpoint/2010/main" val="909034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51EB27-9859-4609-A184-AD6BDDF15B73}"/>
              </a:ext>
            </a:extLst>
          </p:cNvPr>
          <p:cNvSpPr txBox="1"/>
          <p:nvPr/>
        </p:nvSpPr>
        <p:spPr>
          <a:xfrm>
            <a:off x="806824" y="785790"/>
            <a:ext cx="6096000" cy="352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Applications</a:t>
            </a:r>
          </a:p>
          <a:p>
            <a:endParaRPr lang="en-US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Medical diagnosis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Fraud detection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segmentation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Credit risk analysis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Decision support 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7D886-84EC-4D1E-B96A-7918618E2109}"/>
              </a:ext>
            </a:extLst>
          </p:cNvPr>
          <p:cNvSpPr/>
          <p:nvPr/>
        </p:nvSpPr>
        <p:spPr>
          <a:xfrm>
            <a:off x="0" y="0"/>
            <a:ext cx="12192000" cy="2571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67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205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Udhayarajan J</dc:creator>
  <cp:lastModifiedBy>Udhayarajan J</cp:lastModifiedBy>
  <cp:revision>7</cp:revision>
  <dcterms:created xsi:type="dcterms:W3CDTF">2026-04-10T12:23:40Z</dcterms:created>
  <dcterms:modified xsi:type="dcterms:W3CDTF">2026-04-10T13:00:53Z</dcterms:modified>
</cp:coreProperties>
</file>